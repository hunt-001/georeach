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1247120" cy="722376"/>
          </a:xfrm>
          <a:prstGeom prst="rect">
            <a:avLst/>
          </a:prstGeom>
        </p:spPr>
      </p:pic>
      <p:pic>
        <p:nvPicPr>
          <p:cNvPr id="3" name="Image 1" descr="assets/eo_ban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206240" cy="1874520"/>
          </a:xfrm>
          <a:prstGeom prst="rect">
            <a:avLst/>
          </a:prstGeom>
        </p:spPr>
      </p:pic>
      <p:pic>
        <p:nvPicPr>
          <p:cNvPr id="4" name="Image 2" descr="assets/ps3_onl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29000"/>
            <a:ext cx="5257800" cy="1197864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48640" y="4800600"/>
            <a:ext cx="5257800" cy="1417320"/>
          </a:xfrm>
          <a:prstGeom prst="rect">
            <a:avLst/>
          </a:prstGeom>
          <a:solidFill>
            <a:srgbClr val="EDE6EF"/>
          </a:solidFill>
          <a:ln/>
        </p:spPr>
      </p:sp>
      <p:sp>
        <p:nvSpPr>
          <p:cNvPr id="6" name="Text 1"/>
          <p:cNvSpPr/>
          <p:nvPr/>
        </p:nvSpPr>
        <p:spPr>
          <a:xfrm>
            <a:off x="777240" y="4937760"/>
            <a:ext cx="4800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4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GeoReach is solving Problem Statement 3 for the IEEE EO Hackathon — Assam Floods 2026.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217920" y="2057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GeoReach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6217920" y="2788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4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Accessibility Intelligence for Assam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21792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THEME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309360" y="39319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3: Who Is Cut Off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Damage &amp; Accessibility Mapping for Settlements and Lifeline Infrastructure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21792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217920" y="53949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21792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[add your deployed link / QR here]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4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Information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444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3075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cut off villages before anyone confirms it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GeoReach ranks who is isolated, how badly, and how many people are affected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drive real dispatch decisions, not just visualization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51960" y="11430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444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13075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173736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Dhemaji, Lakhimpur, Majuli — north bank of the Brahmaputra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Densest char (river-island) and low-lying settlement belt in Assam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Thinnest rural road network — first to submerge each monsoon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55280" y="1143000"/>
            <a:ext cx="3703320" cy="539496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4444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83880" y="13075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3880" y="1737360"/>
            <a:ext cx="324612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flood extent from Sentinel-1 SAR (high scenario)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flood depth per road segment using SRTM elevation (HAND-style terrain analysis)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flood extent on the OSM road graph to flag blocked roads &amp; bridges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80 settlements into 4 tiers: Critically Isolated / Isolated / Partially Accessible / Accessible, based on remaining passable routes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settlements by population stranded to generate a prioritized reach-first list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results through an interactive live dashboard (GeoReach)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72237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444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82219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4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6766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SAR — flood extent  ·  Source: Copernicus Dataspace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SRTM DEM — terrain / flood depth  ·  Source: USGS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— road network, hospitals, village locations  ·  Source: Geofabrik/OSM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layer — settlement population for priority ranking  ·  Source: [WorldPop / Census — confirm]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B4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577840" cy="3977640"/>
          </a:xfrm>
          <a:prstGeom prst="roundRect">
            <a:avLst>
              <a:gd name="adj" fmla="val 1379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500" dirty="0"/>
          </a:p>
        </p:txBody>
      </p:sp>
      <p:pic>
        <p:nvPicPr>
          <p:cNvPr id="5" name="Image 0" descr="assets/map_satel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212080" cy="2624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25196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flooded/blocked road   ·   Green = open road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shading = flood depth (darker = deeper)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Markers: red = isolated · orange = partial · green = accessible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63640" y="1097280"/>
            <a:ext cx="5394960" cy="3977640"/>
          </a:xfrm>
          <a:prstGeom prst="roundRect">
            <a:avLst>
              <a:gd name="adj" fmla="val 1379"/>
            </a:avLst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3640" y="1188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Statistics</a:t>
            </a:r>
            <a:endParaRPr lang="en-US" sz="1500" dirty="0"/>
          </a:p>
        </p:txBody>
      </p:sp>
      <p:pic>
        <p:nvPicPr>
          <p:cNvPr id="9" name="Image 1" descr="assets/stats_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536192"/>
            <a:ext cx="2788920" cy="3566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1600200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settlements analyzed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cut off (61%)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Critically Isolated · 43 Isolated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Partially Accessible · 29 Accessible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roads flooded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1F8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0/33 hospitals flooded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D98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priority: Jonai (15,420) · Bordoloni (4,100)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525780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EDE6EF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5257800"/>
            <a:ext cx="10561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B4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"49 villages cut off, ranked by who to reach first — every hospital in the region stays reachable."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2026-08-06T03:38:13Z</dcterms:created>
  <dcterms:modified xsi:type="dcterms:W3CDTF">2026-08-06T03:38:13Z</dcterms:modified>
</cp:coreProperties>
</file>