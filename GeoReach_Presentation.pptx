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Accessibility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9D8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4A203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D7263D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0C808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Accessible</c:v>
                </c:pt>
                <c:pt idx="1">
                  <c:v>Isolated</c:v>
                </c:pt>
                <c:pt idx="2">
                  <c:v>Critically isolated</c:v>
                </c:pt>
                <c:pt idx="3">
                  <c:v>Partial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29</c:v>
                </c:pt>
                <c:pt idx="1">
                  <c:v>43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88952" cy="1965960"/>
          </a:xfrm>
          <a:prstGeom prst="rect">
            <a:avLst/>
          </a:prstGeom>
          <a:solidFill>
            <a:srgbClr val="1338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GeoReach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Accessibility Intelligence for Flood Response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2057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villages get cut off when Assam floods — </a:t>
            </a:r>
            <a:pPr indent="0" marL="0">
              <a:buNone/>
            </a:pPr>
            <a:r>
              <a:rPr lang="en-US" sz="1800" b="1" i="1" dirty="0">
                <a:solidFill>
                  <a:srgbClr val="F4A2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who to reach first.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324612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monsoon, the Brahmaputra severs road links between remote settlements and the hospitals that serve them. Relief teams lack a fast, evidence-based map of which places are isolated — and where to send boats first.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0" y="2788920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1338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0" y="2926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01000" y="3291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Dhemaji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Lakhimpur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Majuli 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world's largest river island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" y="5074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A2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75+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58368" y="5897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lost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53128" y="5074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A2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700K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453128" y="5897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displaced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47888" y="5074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A2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900+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247888" y="5897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submerged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0" y="6355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floods,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Workflow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pipeline from raw open data to a decision-ready map — end to end in ~23 seconds.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148840" cy="288036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1892" y="2130552"/>
            <a:ext cx="585216" cy="5852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1892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8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3246120"/>
            <a:ext cx="18562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roads, hospitals, bridges &amp; district boundaries; Census 2011 populations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70632" y="29718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53512" y="1874520"/>
            <a:ext cx="2148840" cy="288036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5324" y="2130552"/>
            <a:ext cx="585216" cy="585216"/>
          </a:xfrm>
          <a:prstGeom prst="ellipse">
            <a:avLst/>
          </a:prstGeom>
          <a:solidFill>
            <a:srgbClr val="2171B5"/>
          </a:solidFill>
          <a:ln w="12700">
            <a:solidFill>
              <a:srgbClr val="2171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5324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8" dirty="0"/>
          </a:p>
        </p:txBody>
      </p:sp>
      <p:sp>
        <p:nvSpPr>
          <p:cNvPr id="13" name="Text 11"/>
          <p:cNvSpPr/>
          <p:nvPr/>
        </p:nvSpPr>
        <p:spPr>
          <a:xfrm>
            <a:off x="3044952" y="2834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flood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99816" y="3246120"/>
            <a:ext cx="18562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SAR change detection in Earth Engine; permanent water removed to isolate NEW flooding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84064" y="29718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66944" y="1874520"/>
            <a:ext cx="2148840" cy="288036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48756" y="2130552"/>
            <a:ext cx="585216" cy="5852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48756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8" dirty="0"/>
          </a:p>
        </p:txBody>
      </p:sp>
      <p:sp>
        <p:nvSpPr>
          <p:cNvPr id="19" name="Text 17"/>
          <p:cNvSpPr/>
          <p:nvPr/>
        </p:nvSpPr>
        <p:spPr>
          <a:xfrm>
            <a:off x="5358384" y="2834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network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13248" y="3246120"/>
            <a:ext cx="18562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9,090 road segments to a junction-aware graph (connectivity fixed: 27,000 to 144 fragments)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97496" y="29718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580376" y="1874520"/>
            <a:ext cx="2148840" cy="288036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2188" y="2130552"/>
            <a:ext cx="585216" cy="585216"/>
          </a:xfrm>
          <a:prstGeom prst="ellipse">
            <a:avLst/>
          </a:prstGeom>
          <a:solidFill>
            <a:srgbClr val="F4A203"/>
          </a:solidFill>
          <a:ln w="12700">
            <a:solidFill>
              <a:srgbClr val="F4A2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2188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8" dirty="0"/>
          </a:p>
        </p:txBody>
      </p:sp>
      <p:sp>
        <p:nvSpPr>
          <p:cNvPr id="25" name="Text 23"/>
          <p:cNvSpPr/>
          <p:nvPr/>
        </p:nvSpPr>
        <p:spPr>
          <a:xfrm>
            <a:off x="7671816" y="2834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access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726680" y="3246120"/>
            <a:ext cx="18562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Dijkstra from every hospital to each village; DEM-derived flood depth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710928" y="29718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93808" y="1874520"/>
            <a:ext cx="2148840" cy="288036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75620" y="2130552"/>
            <a:ext cx="585216" cy="585216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75620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8" dirty="0"/>
          </a:p>
        </p:txBody>
      </p:sp>
      <p:sp>
        <p:nvSpPr>
          <p:cNvPr id="31" name="Text 29"/>
          <p:cNvSpPr/>
          <p:nvPr/>
        </p:nvSpPr>
        <p:spPr>
          <a:xfrm>
            <a:off x="9985248" y="2834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040112" y="3246120"/>
            <a:ext cx="18562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score: access loss, population, infrastructure, isolation, depth to ranked triage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8368" y="5074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OPEN / PUBLIC DATA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" y="54406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5440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SAR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05456" y="54406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05456" y="5440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SRTM DEM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52544" y="54406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52544" y="5440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99632" y="54406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5440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2011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46720" y="54406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5440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CWC gauges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893808" y="54406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93808" y="5440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ASDMA reports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8368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GeoPandas · NetworkX · rasterio · Folium/Leaflet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Observed 2026 Flood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real Sentinel-1 satellite flood extent over the three districts.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11880" y="1737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roads cut off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30168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2,013 of 9,090 segments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11880" y="2788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settlements isolated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30168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critically isolated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7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807 km²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11880" y="3840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flooded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30168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0.2 - 12 m (SRTM)</a:t>
            </a:r>
            <a:endParaRPr lang="en-US" sz="12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537960" y="1600200"/>
          <a:ext cx="2743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53796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53796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464040" y="1764792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29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464040" y="2148840"/>
            <a:ext cx="146304" cy="146304"/>
          </a:xfrm>
          <a:prstGeom prst="ellipse">
            <a:avLst/>
          </a:prstGeom>
          <a:solidFill>
            <a:srgbClr val="F4A203"/>
          </a:solidFill>
          <a:ln w="12700">
            <a:solidFill>
              <a:srgbClr val="F4A20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21214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43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464040" y="2532888"/>
            <a:ext cx="146304" cy="146304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25054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isolated 6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464040" y="2916936"/>
            <a:ext cx="146304" cy="146304"/>
          </a:xfrm>
          <a:prstGeom prst="ellipse">
            <a:avLst/>
          </a:prstGeom>
          <a:solidFill>
            <a:srgbClr val="F0C808"/>
          </a:solidFill>
          <a:ln w="12700">
            <a:solidFill>
              <a:srgbClr val="F0C80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2640" y="28895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2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502920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0D2B45"/>
          </a:solidFill>
          <a:ln/>
        </p:spPr>
      </p:sp>
      <p:sp>
        <p:nvSpPr>
          <p:cNvPr id="25" name="Text 22"/>
          <p:cNvSpPr/>
          <p:nvPr/>
        </p:nvSpPr>
        <p:spPr>
          <a:xfrm>
            <a:off x="868680" y="51389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PRIORITY TO REACH FIRST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68680" y="5532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1252728" y="5532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Jonai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252728" y="58704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15,420 · critically isolated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008376" y="5532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3392424" y="5532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Gogamukh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3392424" y="58704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12,750 · critically isolated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148072" y="5532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532120" y="5532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Dhakuakhana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532120" y="58704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12,800 · critically isolated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287768" y="5532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7671816" y="5532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Kamalabari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671816" y="58704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12,200 · critically isolated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9427464" y="5532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9811512" y="5532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Bihpuria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9811512" y="58704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10,500 · critically isolated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Impact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13385C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801368"/>
            <a:ext cx="731520" cy="731520"/>
          </a:xfrm>
          <a:prstGeom prst="ellipse">
            <a:avLst/>
          </a:prstGeom>
          <a:solidFill>
            <a:srgbClr val="2171B5"/>
          </a:solidFill>
          <a:ln w="12700">
            <a:solidFill>
              <a:srgbClr val="217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013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60" dirty="0"/>
          </a:p>
        </p:txBody>
      </p:sp>
      <p:sp>
        <p:nvSpPr>
          <p:cNvPr id="6" name="Text 4"/>
          <p:cNvSpPr/>
          <p:nvPr/>
        </p:nvSpPr>
        <p:spPr>
          <a:xfrm>
            <a:off x="1828800" y="16184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satellite flood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02082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4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SAR sees through monsoon cloud; permanent-water exclusion isolates genuinely new inundation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13385C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9672" y="1801368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8013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760" dirty="0"/>
          </a:p>
        </p:txBody>
      </p:sp>
      <p:sp>
        <p:nvSpPr>
          <p:cNvPr id="11" name="Text 9"/>
          <p:cNvSpPr/>
          <p:nvPr/>
        </p:nvSpPr>
        <p:spPr>
          <a:xfrm>
            <a:off x="7452360" y="16184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Terrain-derived depth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52360" y="202082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4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depth computed from SRTM elevation inside each flooded area — not a flat assumption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13385C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493008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4930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760" dirty="0"/>
          </a:p>
        </p:txBody>
      </p:sp>
      <p:sp>
        <p:nvSpPr>
          <p:cNvPr id="16" name="Text 14"/>
          <p:cNvSpPr/>
          <p:nvPr/>
        </p:nvSpPr>
        <p:spPr>
          <a:xfrm>
            <a:off x="1828800" y="33101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Junction-aware routing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371246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4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the road graph so intersections connect (27,000 to 144 fragments), making isolation real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1089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13385C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9672" y="3493008"/>
            <a:ext cx="731520" cy="731520"/>
          </a:xfrm>
          <a:prstGeom prst="ellipse">
            <a:avLst/>
          </a:prstGeom>
          <a:solidFill>
            <a:srgbClr val="F4A203"/>
          </a:solidFill>
          <a:ln w="12700">
            <a:solidFill>
              <a:srgbClr val="F4A2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34930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760" dirty="0"/>
          </a:p>
        </p:txBody>
      </p:sp>
      <p:sp>
        <p:nvSpPr>
          <p:cNvPr id="21" name="Text 19"/>
          <p:cNvSpPr/>
          <p:nvPr/>
        </p:nvSpPr>
        <p:spPr>
          <a:xfrm>
            <a:off x="7452360" y="33101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triage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52360" y="3712464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4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weighted scoring turns raw geography into a ranked, defensible action list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138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3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5468112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4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days of manual assessment into a 23-second, repeatable run.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4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disaster authorities an interactive map of who is cut off and where to send boats first — transferable to any flood-prone district, built entirely on free, public data.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2026-08-05T20:20:38Z</dcterms:created>
  <dcterms:modified xsi:type="dcterms:W3CDTF">2026-08-05T20:20:38Z</dcterms:modified>
</cp:coreProperties>
</file>